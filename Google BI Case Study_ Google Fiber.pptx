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0b15bd4f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0b15bd4f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0b15bd4f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0b15bd4f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0b15bd4f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0b15bd4f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0b15bd4f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0b15bd4f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0b15bd4f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0b15bd4f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6070"/>
            <a:ext cx="9144000" cy="453136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5240550" y="4365350"/>
            <a:ext cx="21828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By: Tommy Demos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centers should solve problems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6227400" y="1784450"/>
            <a:ext cx="26049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customers are calling back multiple times…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…their problems aren’t being solved!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25" y="1784450"/>
            <a:ext cx="5801501" cy="2124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have to track a problem to fix it!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Staying on top of changes in metrics will be important.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most useful metrics aren’t actually that complex.</a:t>
            </a:r>
            <a:endParaRPr/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Visuals make it even easier to understand!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021" y="2844913"/>
            <a:ext cx="2380950" cy="8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9600" y="2211675"/>
            <a:ext cx="24963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3285" y="2894463"/>
            <a:ext cx="2177425" cy="140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Useful Metrics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→Repeat Calls / Total Calls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Easily track movement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→Repeat Calls By Market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Highlight troubled areas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→Repeat Calls By Problem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See </a:t>
            </a:r>
            <a:r>
              <a:rPr lang="en" sz="1600"/>
              <a:t>what's</a:t>
            </a:r>
            <a:r>
              <a:rPr lang="en" sz="1600"/>
              <a:t> causing problems</a:t>
            </a:r>
            <a:endParaRPr sz="160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7195" y="2016775"/>
            <a:ext cx="2322725" cy="18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6050" y="3061900"/>
            <a:ext cx="1570025" cy="17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0063" y="823025"/>
            <a:ext cx="2675949" cy="84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Drill Down Deeper!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12575" y="1273500"/>
            <a:ext cx="303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Need to track weekly progress?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Curious how quickly problems are being addressed?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Want to know the days with the heaviest workload?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Just want to see the numbers?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000" y="909350"/>
            <a:ext cx="4770726" cy="3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52050" y="478625"/>
            <a:ext cx="8520600" cy="41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/>
              <a:t>Thank you!</a:t>
            </a:r>
            <a:endParaRPr b="1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